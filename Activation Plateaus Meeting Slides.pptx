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1bc5312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91bc531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91bc5312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91bc531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91bc531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91bc531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91bc5312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91bc5312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91bc5312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91bc5312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91bc5312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91bc5312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91bc5312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91bc5312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9700c8b3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9700c8b3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91bc531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91bc531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797882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797882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978828b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978828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7978828b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7978828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7978828b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7978828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7978828b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7978828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978828b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7978828b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7978828b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7978828b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7978828b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7978828b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978828b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7978828b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7978828b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7978828b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7978828b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7978828b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7978828b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7978828b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6e3e16f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6e3e16f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6e3e16fe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6e3e16fe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6e3e16fe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6e3e16fe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6e3e16fe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6e3e16fe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6e3e16fe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6e3e16fe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Activation Plateaus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Slides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Francisco Ferreira da Silva, Arnau Marin-Llobet and Stefan Heimersheim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19/02/2026 - Contents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62500" y="1049700"/>
            <a:ext cx="794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Last time:</a:t>
            </a:r>
            <a:r>
              <a:rPr lang="en-GB" sz="1500"/>
              <a:t> Feature directions (PC1/MELBO₁) break plateaus while the nearly-identical mean direction does not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/>
              <a:t>Today</a:t>
            </a:r>
            <a:r>
              <a:rPr b="1" lang="en-GB" sz="1500"/>
              <a:t>:</a:t>
            </a:r>
            <a:r>
              <a:rPr lang="en-GB" sz="1500"/>
              <a:t> Things I've done that I'd like to cover: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Solution to the above puzzle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/>
              <a:t>Not so exciting; I was steering the mean in the wrong direction lol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Steering lines up nicely with perturbation sweep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Multi-contrastive steering: can we estimate feature vector rather than difference-of-means?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Adapted MELBO: selecting for feature-like response profiles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Steering and Perturbation Line Up</a:t>
            </a:r>
            <a:endParaRPr/>
          </a:p>
        </p:txBody>
      </p:sp>
      <p:pic>
        <p:nvPicPr>
          <p:cNvPr id="67" name="Google Shape;67;p15" title="kl_vs_cjk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75" y="1175825"/>
            <a:ext cx="427050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980800" y="1929525"/>
            <a:ext cx="3713400" cy="21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Top: perturbation sweep KL-div (sorry)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Bottom: steering effectiveness as fraction of CJK characters starting from English prompt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Component of MELBO_1 that's orthogonal to mean also steers, but in a different regime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Component of mean orthogonal to MELBO_1 does nothing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Multi-contrastive steering/feature isolation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62375" y="1111300"/>
            <a:ext cx="8141400" cy="3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Diff-of-means gives you vector between two concepts, not the concepts' vectors d_EM = mean(EN) - mean(ZH) \approx f_EN - f_ZH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Idea: If we contrast English against many languages, the English component is shared across all differences while the other languages point in other directions and cancel out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Stack them, SVD -&gt; Isolate f_EN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Validation: convergence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362375" y="1017725"/>
            <a:ext cx="84012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Predict convergence as 1/sqrt(k); effectively independent measurements if features orthogonal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" name="Google Shape;81;p17" title="scaling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75" y="1787824"/>
            <a:ext cx="7734426" cy="28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Validation: generalizes to held-out language</a:t>
            </a:r>
            <a:endParaRPr/>
          </a:p>
        </p:txBody>
      </p:sp>
      <p:pic>
        <p:nvPicPr>
          <p:cNvPr id="87" name="Google Shape;87;p18" title="arabic_coher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75" y="1103700"/>
            <a:ext cx="576537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6280150" y="1920800"/>
            <a:ext cx="2796600" cy="3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Arabic not in k=10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Perplexity as proxy for coherence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Different alphabet -&gt; easy to measure steering effect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Better than diff-of-means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Claim: We have English direction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Perturbation sweeps look… smoother?</a:t>
            </a: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6806675" y="1413275"/>
            <a:ext cx="2265000" cy="25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Pretty linear for quite a range after plateau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Do we want to optimize for this profile?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Note: much less notable in L2?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95" name="Google Shape;95;p19" title="plateau_breaking_swee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00" y="1824175"/>
            <a:ext cx="6501878" cy="2311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MELBO on diverse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Top: max kl-div; Bottom: profile-matched kl-div</a:t>
            </a:r>
            <a:endParaRPr/>
          </a:p>
        </p:txBody>
      </p:sp>
      <p:pic>
        <p:nvPicPr>
          <p:cNvPr id="101" name="Google Shape;101;p20" title="sweep_all_zoom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00" y="3091050"/>
            <a:ext cx="5258752" cy="222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 title="sweep_all_zoom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38" y="1337775"/>
            <a:ext cx="3866977" cy="16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4646200" y="1653363"/>
            <a:ext cx="4461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Problem:</a:t>
            </a:r>
            <a:r>
              <a:rPr lang="en-GB">
                <a:solidFill>
                  <a:schemeClr val="dk2"/>
                </a:solidFill>
              </a:rPr>
              <a:t> MELBO directions break the model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Idea:</a:t>
            </a:r>
            <a:r>
              <a:rPr lang="en-GB">
                <a:solidFill>
                  <a:schemeClr val="dk2"/>
                </a:solidFill>
              </a:rPr>
              <a:t> Instead of direction of max perturbation, find direction that breaks off to ~1 KL-div around ~15 degrees (these are hyperparameters)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5760025" y="310265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Quite a few interpretable! Steered with top ~10 and found: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numbers/math-y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Verbosity?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Economics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-GB">
                <a:solidFill>
                  <a:schemeClr val="dk2"/>
                </a:solidFill>
              </a:rPr>
              <a:t>Academic Publication?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Auto-interp as per Anthropic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Correlate LLM-explainer with LLM-simulator of top-prompts activating directions</a:t>
            </a:r>
            <a:endParaRPr/>
          </a:p>
        </p:txBody>
      </p:sp>
      <p:pic>
        <p:nvPicPr>
          <p:cNvPr id="111" name="Google Shape;111;p21" title="correlation_histo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95" y="1765300"/>
            <a:ext cx="4628999" cy="28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5568950" y="2178050"/>
            <a:ext cx="3124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Manual check on top few looks decent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Smaller numbers than Anthropic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Probably too little context: 5 tokens vs 128 their experiment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Questions/Directions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How to do interpretability at scale? Steering and looking at results isn't fun for 100 directions… Delegate to LLM? Something else?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Tried to generalize multi-contrastive steering to animals but did not work :-)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MELBO constrained to span of differences of animals/active dataset dogs also did not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Is this direction interesting? Or should we stick to unconstrained, since we can apparently find features?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Keen on the 'geometry of plateau' direction? Feature radius vs random radius, I mean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12/02/2026 - Summary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Last time:</a:t>
            </a:r>
            <a:r>
              <a:rPr lang="en-GB" sz="1200"/>
              <a:t> We can optimize for vector taking us from set of real activations to set of activations with small Jacobian norm!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/>
              <a:t>Up next:</a:t>
            </a:r>
            <a:r>
              <a:rPr lang="en-GB" sz="1200"/>
              <a:t> A few threads proposed: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Do shifted activations have plateaus?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Find steering vector that 'works'. Do resulting activations have plateaus? Follow-up: can we optimize them/the steering vector so that they do?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How does steering compare plateau-wise to perturbing along random direction?</a:t>
            </a:r>
            <a:endParaRPr sz="1200"/>
          </a:p>
        </p:txBody>
      </p:sp>
      <p:pic>
        <p:nvPicPr>
          <p:cNvPr id="125" name="Google Shape;125;p23" title="eval_r6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75" y="1511300"/>
            <a:ext cx="5156774" cy="25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shifted activations have plateaus?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406400" y="1128000"/>
            <a:ext cx="688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Yes! But smaller than real activations. Matching Jacobian norm not enough; minimizing it is better</a:t>
            </a:r>
            <a:endParaRPr sz="1200"/>
          </a:p>
        </p:txBody>
      </p:sp>
      <p:pic>
        <p:nvPicPr>
          <p:cNvPr id="132" name="Google Shape;132;p24" title="gpt2-large_4way_med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50" y="1669350"/>
            <a:ext cx="7328430" cy="32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Intermezzo: switched to Qwen3 0.6B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368300" y="696200"/>
            <a:ext cx="8520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Sanity check: Does it exhibit plateaus?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Aside: Previous mentees of Stefan found no plateaus in Gemma (https://arxiv.org/abs/2409.17113). What's up with that?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39" name="Google Shape;139;p25" title="sweep_med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63" y="1497300"/>
            <a:ext cx="7544863" cy="334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steering compare plateau-wise to perturbing along random direction?</a:t>
            </a:r>
            <a:endParaRPr/>
          </a:p>
        </p:txBody>
      </p:sp>
      <p:pic>
        <p:nvPicPr>
          <p:cNvPr id="145" name="Google Shape;145;p26" title="steering_vs_random_med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400" y="2154375"/>
            <a:ext cx="6299203" cy="28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336600" y="965200"/>
            <a:ext cx="847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Steering direction: difference-of-means English, Mandarin prompts (generated by Claude, I don't speak Mandarin)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Perturb along steering direction; measure impact on later layer… Looks just like random??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Hypothesis: steering vector is not clean feature, but superposition of many features -&gt; random-like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Potential confounder: perturbing at layer 2, extracted vector at layer 14 (but holds also with both at layer 14; see later slide)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decompose the matrix of differences?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584250" y="863600"/>
            <a:ext cx="847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Performed SVD on the matrix of differences at each layer (so stacked vectors of activation differences), checked how much variance is explained by PCs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53" name="Google Shape;153;p27" title="summary_across_lay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50" y="1504988"/>
            <a:ext cx="8197852" cy="213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584250" y="3663950"/>
            <a:ext cx="750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Dips in mid layers appear to be due to token-length mismatches in some contrastive pairs; removing outliers gets rid of them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At most layers, PC1 extremely aligned with mean; but vector is multidimensional: top PC explains only ~30% of variance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optimize the decomposition of the language steering vector?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49800" y="1374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Goal: </a:t>
            </a:r>
            <a:r>
              <a:rPr lang="en-GB"/>
              <a:t>Find the direction *within the span of the difference matrix D* that maximizes KL divergence when used as a spherical perturbation.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Why? This asks: "which component of the language steering vector causes the most behavioral change?"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Note that this is kind of like constrained MELBO.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Fix magnitude of perturbation at 15 angles: guess; still in plateau for random direction, but perhaps not for feature direction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can, and it breaks the plateau! </a:t>
            </a:r>
            <a:endParaRPr/>
          </a:p>
        </p:txBody>
      </p:sp>
      <p:pic>
        <p:nvPicPr>
          <p:cNvPr id="166" name="Google Shape;166;p29" title="sweep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0" y="954225"/>
            <a:ext cx="7842248" cy="3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9"/>
          <p:cNvSpPr txBox="1"/>
          <p:nvPr/>
        </p:nvSpPr>
        <p:spPr>
          <a:xfrm>
            <a:off x="660400" y="4476750"/>
            <a:ext cx="753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So does PC1 - very similar behavior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38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activation space super spiky?</a:t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488950" y="4197350"/>
            <a:ext cx="753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At layer 14, PC1 and mean have ~0.98 cosine similarity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Yet, perturbing along mean looks random, perturbing along PC1 looks like feature!!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50" y="954225"/>
            <a:ext cx="3659820" cy="315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449" y="1017725"/>
            <a:ext cx="3901600" cy="28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38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Steering behavior of PC1, MELBO_1, Mean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558800" y="1149350"/>
            <a:ext cx="8585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Surprisingly, not that different?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Steering along these directions produces the expected change - model switches between English and Mandarin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slightly easier (less magnitude required) with MELBO_1, but not a big difference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Preliminary and qualitative; needs more work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Strikes me as unexpected? I would expect steering along the mean direction to require much more magnitude to work?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activation space super spiky? People think so!</a:t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850" y="2023850"/>
            <a:ext cx="7131049" cy="29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/>
        </p:nvSpPr>
        <p:spPr>
          <a:xfrm>
            <a:off x="387350" y="1054100"/>
            <a:ext cx="84012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Stolen from Stefan's LessWrong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These results support this picture, I think? And that PC1/MELBO_1 is a feature?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43450" y="305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Short aside: similar behavior with different languages</a:t>
            </a:r>
            <a:endParaRPr/>
          </a:p>
        </p:txBody>
      </p:sp>
      <p:pic>
        <p:nvPicPr>
          <p:cNvPr id="194" name="Google Shape;194;p33" title="dutch_vs_chines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775" y="1462225"/>
            <a:ext cx="6635749" cy="28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3"/>
          <p:cNvSpPr txBox="1"/>
          <p:nvPr/>
        </p:nvSpPr>
        <p:spPr>
          <a:xfrm>
            <a:off x="622300" y="844550"/>
            <a:ext cx="717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 was worried that steering looking random had to do with English and Mandarin being very different -&gt; hence try closer languages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968400" y="4326300"/>
            <a:ext cx="72072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Looks similar? Dutch does respond 'more' but idk this is not an in-depth investigation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and directions</a:t>
            </a:r>
            <a:endParaRPr/>
          </a:p>
        </p:txBody>
      </p:sp>
      <p:sp>
        <p:nvSpPr>
          <p:cNvPr id="202" name="Google Shape;202;p34"/>
          <p:cNvSpPr txBox="1"/>
          <p:nvPr/>
        </p:nvSpPr>
        <p:spPr>
          <a:xfrm>
            <a:off x="406400" y="1117600"/>
            <a:ext cx="79692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Steering is autoregressive: activations change at each step, so the exact feature direction shifts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Hypothesis: Fixed directions (MELBO_1, PC1, mean) all point roughly right, so they average out and steer similarly despite very different single-shot perturbation behavior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Testable: does MELBO_1 still break the plateau on held-out activations? If yes, it's a globally special direction. If no, the single-shot result reflects activation-specific alignment, not a cleaner feature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If not globally special, testable prediction: for same 'steering magnitude budget', many small pushes (e.g., steer at every token generation) work better than few big pushes (e.g., steer 5x as strong every 5th token)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Quick test: steer with activation shift vector (first slide); does it do something interpretable?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Meeting 10/02/2026 - Summary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Last time:</a:t>
            </a:r>
            <a:r>
              <a:rPr lang="en-GB" sz="1200"/>
              <a:t> Matching first two moments of Gaussian does not result in real-like activations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/>
              <a:t>Up next:</a:t>
            </a:r>
            <a:r>
              <a:rPr lang="en-GB" sz="1200"/>
              <a:t> Can we optimize for vector that takes us from set of real activations to set of real-like activations, as measured by Jacobian norm distribution? </a:t>
            </a:r>
            <a:endParaRPr sz="1200"/>
          </a:p>
        </p:txBody>
      </p:sp>
      <p:pic>
        <p:nvPicPr>
          <p:cNvPr id="209" name="Google Shape;209;p35" title="frobenius_norm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75" y="1639574"/>
            <a:ext cx="5459873" cy="26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Yes! With a caveat…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Method: 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Minimizing Jacobian of last layer activations w.r.t. Layer 6 activations, last-token only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Fix magnitude to mean inter-activation magnitude; optimize direction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Spot the mistake? :-) Wrong optimization target: we want real-like, _not_ smallest Jacobian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/>
              <a:t>Std 34 -&gt; 7</a:t>
            </a:r>
            <a:endParaRPr sz="1200"/>
          </a:p>
        </p:txBody>
      </p:sp>
      <p:pic>
        <p:nvPicPr>
          <p:cNvPr id="216" name="Google Shape;216;p36" title="training_r6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5675"/>
            <a:ext cx="5323699" cy="133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6" title="eval_r6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25" y="2571750"/>
            <a:ext cx="4653182" cy="22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Does the resulting vector mean anything?</a:t>
            </a:r>
            <a:endParaRPr/>
          </a:p>
        </p:txBody>
      </p:sp>
      <p:sp>
        <p:nvSpPr>
          <p:cNvPr id="223" name="Google Shape;223;p37"/>
          <p:cNvSpPr txBox="1"/>
          <p:nvPr/>
        </p:nvSpPr>
        <p:spPr>
          <a:xfrm>
            <a:off x="311700" y="1076625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I'm not sure, but I don't think so. Are these even the right metrics? (This is over 100 real activations)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4" name="Google Shape;224;p37" title="projection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75" y="2009350"/>
            <a:ext cx="8520598" cy="2774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Does the resulting vector mean anything?</a:t>
            </a:r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311700" y="1076625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I'm not sure, but I don't think so. Some primitive steering: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425" y="1624500"/>
            <a:ext cx="64198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 and questions</a:t>
            </a:r>
            <a:endParaRPr/>
          </a:p>
        </p:txBody>
      </p:sp>
      <p:sp>
        <p:nvSpPr>
          <p:cNvPr id="237" name="Google Shape;237;p39"/>
          <p:cNvSpPr txBox="1"/>
          <p:nvPr/>
        </p:nvSpPr>
        <p:spPr>
          <a:xfrm>
            <a:off x="282075" y="1100300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Obvious next step: do the optimization with the right target :-)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Potential 2nd next step: match also std of Jacobian norm distribution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Potential nth next steps: optimize for other properties (directional?)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Q: Thoughts on methodology? Valuable to sweep for different values of magnitude?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Trivial for small (stay in plateau); perhaps impossible at some point? Idk SGD strong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Q: Is 'does this (resulting) vector mean anything the right question'? What about 'what are these activations that we find?'?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Q: How to answer the above questions?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Projections onto real activations?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Steering-like experiments and look at output?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-GB" sz="1800">
                <a:solidFill>
                  <a:schemeClr val="dk2"/>
                </a:solidFill>
              </a:rPr>
              <a:t>Other things I haven't thought of?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