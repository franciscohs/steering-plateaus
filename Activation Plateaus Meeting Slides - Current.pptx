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Activation Plateaus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Meeting Slides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GB"/>
              <a:t>Francisco Ferreira da Silva, Arnau Marin-Llobet and Stefan Heimersheim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Meeting 27/02/2026 - Contents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404910" y="1082580"/>
            <a:ext cx="82296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Today: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1. Plateau-ness degrades away from real activations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2. Cross-group feature composition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3. Two dead ends (Jacobian directions, sparse models)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4. Quantitative model for plateau-breaking angles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5. ChessGPT: three-regime validation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 Subspace scaling — 25 features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7. Feature refinement + progressive discovery (~140 features)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8. Subspace scaling — 135 features with variable thresholds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9. Feature reconstruction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10. Discussion / next steps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Plateau-ness degrades away from real activations</a:t>
            </a:r>
            <a:endParaRPr/>
          </a:p>
        </p:txBody>
      </p:sp>
      <p:pic>
        <p:nvPicPr>
          <p:cNvPr descr="plateau_width_vs_steering.png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278" y="1102047"/>
            <a:ext cx="6372502" cy="175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l_curves_by_steering.png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443" y="3084330"/>
            <a:ext cx="4389117" cy="145387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02495" y="4621195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Steer at increasing magnitudes, measure plateau width. Plateau shrinks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Cross-group feature composition</a:t>
            </a:r>
            <a:endParaRPr/>
          </a:p>
        </p:txBody>
      </p:sp>
      <p:pic>
        <p:nvPicPr>
          <p:cNvPr descr="crossgroup_composition_figure.png"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3840480" cy="3433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ature_vs_random_sweep_clean.png"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097280"/>
            <a:ext cx="4389120" cy="194158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16920" y="4559420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Russian + C = Russian C. Scaling monotonic but weak. Methodological note: must include dominant language.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>
                <a:solidFill>
                  <a:srgbClr val="000000"/>
                </a:solidFill>
              </a:rPr>
              <a:t>Jacobian Optimizations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1188721"/>
            <a:ext cx="389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Jacobian-norm directions aren't features</a:t>
            </a:r>
            <a:endParaRPr/>
          </a:p>
        </p:txBody>
      </p:sp>
      <p:pic>
        <p:nvPicPr>
          <p:cNvPr descr="perturbation_v1.png"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726" y="2119625"/>
            <a:ext cx="4997974" cy="207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Quantitative model for plateau-breaking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365760" y="1097280"/>
            <a:ext cx="82296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Key equation: </a:t>
            </a:r>
            <a:r>
              <a:rPr b="0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θ_break(d) = arcsin( sin(θ₁) / α(d) 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where α(d) = max_i |&lt;d, f_i&gt;| is the max alignment with any feature.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Three predictions: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1. Single feature: </a:t>
            </a:r>
            <a:r>
              <a:rPr b="0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θ_break = θ₁ ≈ 5.5°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2. Random in k-dim subspace: </a:t>
            </a:r>
            <a:r>
              <a:rPr b="0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θ_sub = arcsin( sin(θ₁) · √(k / 2 ln k) ) ≈ 11° for k=25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3. Fully random: </a:t>
            </a:r>
            <a:r>
              <a:rPr b="0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θ_rand = arcsin( sin(θ₁) · √(n / 2 ln m) ) ≈ 36° for m≈1000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— details in the shared write-up.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ChessGPT: three-regime validation</a:t>
            </a:r>
            <a:endParaRPr/>
          </a:p>
        </p:txBody>
      </p:sp>
      <p:pic>
        <p:nvPicPr>
          <p:cNvPr descr="subspace_vs_random.png"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4846320" cy="287709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303520" y="1188720"/>
            <a:ext cx="3474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Observed vs predicted: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Features: </a:t>
            </a: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~5.5°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Subspace random: </a:t>
            </a: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~12.5° (pred: 11°)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Fully random: </a:t>
            </a: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~36.3° (pred: 36°, m≈1000)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Subspace scaling — 25 features</a:t>
            </a:r>
            <a:endParaRPr/>
          </a:p>
        </p:txBody>
      </p:sp>
      <p:pic>
        <p:nvPicPr>
          <p:cNvPr descr="subspace_scaling.png"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4846320" cy="342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5303520" y="1188720"/>
            <a:ext cx="3474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Directionally correct, underpredicts by 20–30%.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Two confounders: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1. Dirty features (rotated from true features)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2. Variable θ₁ per feature (model assumes uniform)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Feature refinement + progressive discovery</a:t>
            </a:r>
            <a:endParaRPr/>
          </a:p>
        </p:txBody>
      </p:sp>
      <p:pic>
        <p:nvPicPr>
          <p:cNvPr descr="refine_all_features.png" id="110" name="Google Shape;1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0"/>
            <a:ext cx="4114800" cy="1685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gressive_discovery.png"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1097280"/>
            <a:ext cx="4389120" cy="15395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82880" y="384048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Local optimization cleans features. θ₁ range: 2.2–5.5°.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4480560" y="384048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Progressive MELBO: ~140 features in 512-d space.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Subspace scaling — 135 features, variable thresholds</a:t>
            </a:r>
            <a:endParaRPr/>
          </a:p>
        </p:txBody>
      </p:sp>
      <p:pic>
        <p:nvPicPr>
          <p:cNvPr descr="subspace_pred_scaling_cd0.1_simple.png"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4846320" cy="342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5303520" y="1188720"/>
            <a:ext cx="3474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Predicted trend increases, empirical is flat, error bars overlap.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Current status.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>
                <a:solidFill>
                  <a:srgbClr val="000000"/>
                </a:solidFill>
              </a:rPr>
              <a:t>Feature reconstruction</a:t>
            </a:r>
            <a:endParaRPr/>
          </a:p>
        </p:txBody>
      </p:sp>
      <p:pic>
        <p:nvPicPr>
          <p:cNvPr descr="reconstruction.png" id="126" name="Google Shape;1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252" y="1962473"/>
            <a:ext cx="5987924" cy="19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6331925" y="2030149"/>
            <a:ext cx="2685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62 directions explain 93.4% variance. Top 3 explain 83%.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Residuals have random-like plateau angles.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d1 correlates r &gt; 0.96 with move count.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Meeting 19/02/2026 - Contents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62500" y="1049700"/>
            <a:ext cx="7943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500"/>
              <a:t>Last time:</a:t>
            </a:r>
            <a:r>
              <a:rPr lang="en-GB" sz="1500"/>
              <a:t> Feature directions (PC1/MELBO₁) break plateaus while the nearly-identical mean direction does not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500"/>
              <a:t>Today:</a:t>
            </a:r>
            <a:r>
              <a:rPr lang="en-GB" sz="1500"/>
              <a:t> Things I've done that I'd like to cover: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Solution to the above puzzle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/>
              <a:t>Not so exciting; I was steering the mean in the wrong direction lol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Steering lines up nicely with perturbation sweep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Multi-contrastive steering: can we estimate feature vector rather than difference-of-means?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GB" sz="1500"/>
              <a:t>Adapted MELBO: selecting for feature-like response profiles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Steering and Perturbation Line Up</a:t>
            </a:r>
            <a:endParaRPr/>
          </a:p>
        </p:txBody>
      </p:sp>
      <p:pic>
        <p:nvPicPr>
          <p:cNvPr id="139" name="Google Shape;139;p25" title="kl_vs_cjk_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75" y="1175825"/>
            <a:ext cx="427050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4980800" y="1929525"/>
            <a:ext cx="3713400" cy="21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Top: perturbation sweep KL-div (sorry)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Bottom: steering effectiveness as fraction of CJK characters starting from English prompt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Component of MELBO_1 that's orthogonal to mean also steers, but in a different regime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Component of mean orthogonal to MELBO_1 does nothing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Multi-contrastive steering/feature isolation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62375" y="1111300"/>
            <a:ext cx="81414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Diff-of-means gives you vector between two concepts, not the concepts' vectors d_EM = mean(EN) - mean(ZH) \approx f_EN - f_ZH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Idea: If we contrast English against many languages, the English component is shared across all differences while the other languages point in other directions and cancel out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Stack them, SVD -&gt; Isolate f_EN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Validation: convergence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362375" y="1017725"/>
            <a:ext cx="84012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Predict convergence as 1/sqrt(k); effectively independent measurements if features orthogonal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7" title="scaling_curv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75" y="1787824"/>
            <a:ext cx="7734426" cy="28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Validation: generalizes to held-out language</a:t>
            </a:r>
            <a:endParaRPr/>
          </a:p>
        </p:txBody>
      </p:sp>
      <p:pic>
        <p:nvPicPr>
          <p:cNvPr id="159" name="Google Shape;159;p28" title="arabic_coherenc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775" y="1103700"/>
            <a:ext cx="576537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6280150" y="1920800"/>
            <a:ext cx="2796600" cy="3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Arabic not in k=10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Perplexity as proxy for coherence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alphabet -&gt; easy to measure steering effect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Better than diff-of-means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Claim: We have English direction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Perturbation sweeps look… smoother?</a:t>
            </a:r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6806675" y="1413275"/>
            <a:ext cx="2265000" cy="25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Pretty linear for quite a range after plateau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we want to optimize for this profile?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much less notable in L2?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9" title="plateau_breaking_sweep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" y="1824175"/>
            <a:ext cx="6501878" cy="2311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MELBO on diverse dataset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Top: max kl-div; Bottom: profile-matched kl-div</a:t>
            </a:r>
            <a:endParaRPr/>
          </a:p>
        </p:txBody>
      </p:sp>
      <p:pic>
        <p:nvPicPr>
          <p:cNvPr id="173" name="Google Shape;173;p30" title="sweep_all_zoom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00" y="3091050"/>
            <a:ext cx="5258752" cy="222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 title="sweep_all_zoom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38" y="1337775"/>
            <a:ext cx="3866977" cy="16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4646200" y="1653363"/>
            <a:ext cx="4461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MELBO directions break the model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Idea: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Instead of direction of max perturbation, find direction that breaks off to ~1 KL-div around ~15 degrees (these are hyperparameters)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5760025" y="310265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Quite a few interpretable! Steered with top ~10 and found: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numbers/math-y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Verbosity?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Economics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Academic Publication?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Auto-interp as per Anthropic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/>
              <a:t>Correlate LLM-explainer with LLM-simulator of top-prompts activating directions</a:t>
            </a:r>
            <a:endParaRPr/>
          </a:p>
        </p:txBody>
      </p:sp>
      <p:pic>
        <p:nvPicPr>
          <p:cNvPr id="183" name="Google Shape;183;p31" title="correlation_histo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95" y="1765300"/>
            <a:ext cx="4628999" cy="28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5568950" y="2178050"/>
            <a:ext cx="3124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Manual check on top few looks decent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Smaller numbers than Anthropic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Probably too little context: 5 tokens vs 128 their experiment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Questions/Directions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How to do interpretability at scale? Steering and looking at results isn't fun for 100 directions… Delegate to LLM? Something else?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Tried to generalize multi-contrastive steering to animals but did not work :-)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MELBO constrained to span of differences of animals/active dataset dogs also did not work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Is this direction interesting? Or should we stick to unconstrained, since we can apparently find features?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Keen on the 'geometry of plateau' direction? Feature radius vs random radius, I mean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Meeting 12/02/2026 - Summary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Last time:</a:t>
            </a:r>
            <a:r>
              <a:rPr lang="en-GB" sz="1200"/>
              <a:t> We can optimize for vector taking us from set of real activations to set of activations with small Jacobian norm!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Up next:</a:t>
            </a:r>
            <a:r>
              <a:rPr lang="en-GB" sz="1200"/>
              <a:t> A few threads proposed: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Do shifted activations have plateaus?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Find steering vector that 'works'. Do resulting activations have plateaus? Follow-up: can we optimize them/the steering vector so that they do?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How does steering compare plateau-wise to perturbing along random direction?</a:t>
            </a:r>
            <a:endParaRPr sz="1200"/>
          </a:p>
        </p:txBody>
      </p:sp>
      <p:pic>
        <p:nvPicPr>
          <p:cNvPr id="197" name="Google Shape;197;p33" title="eval_r6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75" y="1511300"/>
            <a:ext cx="5156774" cy="25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 shifted activations have plateaus?</a:t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406400" y="1128000"/>
            <a:ext cx="688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Yes! But smaller than real activations. Matching Jacobian norm not enough; minimizing it is better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4" title="gpt2-large_4way_media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950" y="1669350"/>
            <a:ext cx="7328430" cy="32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Intermezzo: switched to Qwen3 0.6B</a:t>
            </a:r>
            <a:endParaRPr/>
          </a:p>
        </p:txBody>
      </p:sp>
      <p:sp>
        <p:nvSpPr>
          <p:cNvPr id="210" name="Google Shape;210;p35"/>
          <p:cNvSpPr txBox="1"/>
          <p:nvPr/>
        </p:nvSpPr>
        <p:spPr>
          <a:xfrm>
            <a:off x="368300" y="696200"/>
            <a:ext cx="8520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Sanity check: Does it exhibit plateaus?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Aside: Previous mentees of Stefan found no plateaus in Gemma (https://arxiv.org/abs/2409.17113). What's up with that?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5" title="sweep_media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3" y="1497300"/>
            <a:ext cx="7544863" cy="3341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How does steering compare plateau-wise to perturbing along random direction?</a:t>
            </a:r>
            <a:endParaRPr/>
          </a:p>
        </p:txBody>
      </p:sp>
      <p:pic>
        <p:nvPicPr>
          <p:cNvPr id="217" name="Google Shape;217;p36" title="steering_vs_random_media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400" y="2154375"/>
            <a:ext cx="6299203" cy="28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/>
          <p:nvPr/>
        </p:nvSpPr>
        <p:spPr>
          <a:xfrm>
            <a:off x="336600" y="965200"/>
            <a:ext cx="84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Steering direction: difference-of-means English, Mandarin prompts (generated by Claude, I don't speak Mandarin)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Perturb along steering direction; measure impact on later layer… Looks just like random??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Hypothesis: steering vector is not clean feature, but superposition of many features -&gt; random-like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Potential confounder: perturbing at layer 2, extracted vector at layer 14 (but holds also with both at layer 14; see later slide)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165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Can we decompose the matrix of differences?</a:t>
            </a:r>
            <a:endParaRPr/>
          </a:p>
        </p:txBody>
      </p:sp>
      <p:sp>
        <p:nvSpPr>
          <p:cNvPr id="224" name="Google Shape;224;p37"/>
          <p:cNvSpPr txBox="1"/>
          <p:nvPr/>
        </p:nvSpPr>
        <p:spPr>
          <a:xfrm>
            <a:off x="584250" y="863600"/>
            <a:ext cx="84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Performed SVD on the matrix of differences at each layer (so stacked vectors of activation differences), checked how much variance is explained by PCs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7" title="summary_across_layer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350" y="1504988"/>
            <a:ext cx="8197852" cy="213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7"/>
          <p:cNvSpPr txBox="1"/>
          <p:nvPr/>
        </p:nvSpPr>
        <p:spPr>
          <a:xfrm>
            <a:off x="584250" y="3663950"/>
            <a:ext cx="750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Dips in mid layers appear to be due to token-length mismatches in some contrastive pairs; removing outliers gets rid of them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most layers, PC1 extremely aligned with mean; but vector is multidimensional: top PC explains only ~30% of variance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Can we optimize the decomposition of the language steering vector?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49800" y="1374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Goal: Find the direction *within the span of the difference matrix D* that maximizes KL divergence when used as a spherical perturbation.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Why? This asks: "which component of the language steering vector causes the most behavioral change?"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Note that this is kind of like constrained MELBO.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Fix magnitude of perturbation at 15 angles: guess; still in plateau for random direction, but perhaps not for feature direction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We can, and it breaks the plateau! </a:t>
            </a:r>
            <a:endParaRPr/>
          </a:p>
        </p:txBody>
      </p:sp>
      <p:pic>
        <p:nvPicPr>
          <p:cNvPr id="238" name="Google Shape;238;p39" title="sweep_comparis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50" y="954225"/>
            <a:ext cx="7842248" cy="3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/>
        </p:nvSpPr>
        <p:spPr>
          <a:xfrm>
            <a:off x="660400" y="4476750"/>
            <a:ext cx="753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 does PC1 - very similar behavior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381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Is activation space super spiky?</a:t>
            </a:r>
            <a:endParaRPr/>
          </a:p>
        </p:txBody>
      </p:sp>
      <p:sp>
        <p:nvSpPr>
          <p:cNvPr id="245" name="Google Shape;245;p40"/>
          <p:cNvSpPr txBox="1"/>
          <p:nvPr/>
        </p:nvSpPr>
        <p:spPr>
          <a:xfrm>
            <a:off x="488950" y="4197350"/>
            <a:ext cx="753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layer 14, PC1 and mean have ~0.98 cosine similarity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Yet, perturbing along mean looks random, perturbing along PC1 looks like feature!!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950" y="954225"/>
            <a:ext cx="3659820" cy="315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49" y="1017725"/>
            <a:ext cx="3901600" cy="28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381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Steering behavior of PC1, MELBO_1, Mean</a:t>
            </a:r>
            <a:endParaRPr/>
          </a:p>
        </p:txBody>
      </p:sp>
      <p:sp>
        <p:nvSpPr>
          <p:cNvPr id="253" name="Google Shape;253;p41"/>
          <p:cNvSpPr txBox="1"/>
          <p:nvPr/>
        </p:nvSpPr>
        <p:spPr>
          <a:xfrm>
            <a:off x="558800" y="1149350"/>
            <a:ext cx="85851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Surprisingly, not that different?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Steering along these directions produces the expected change - model switches between English and Mandarin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slightly easier (less magnitude required) with MELBO_1, but not a big difference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Preliminary and qualitative; needs more work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Strikes me as unexpected? I would expect steering along the mean direction to require much more magnitude to work?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Is activation space super spiky? People think so!</a:t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2023850"/>
            <a:ext cx="7131049" cy="29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387350" y="1054100"/>
            <a:ext cx="84012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Stolen from Stefan's LessWrong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results support this picture, I think? And that PC1/MELBO_1 is a feature?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43450" y="30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Short aside: similar behavior with different languages</a:t>
            </a:r>
            <a:endParaRPr/>
          </a:p>
        </p:txBody>
      </p:sp>
      <p:pic>
        <p:nvPicPr>
          <p:cNvPr id="266" name="Google Shape;266;p43" title="dutch_vs_chinese_comparis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1462225"/>
            <a:ext cx="6635749" cy="28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3"/>
          <p:cNvSpPr txBox="1"/>
          <p:nvPr/>
        </p:nvSpPr>
        <p:spPr>
          <a:xfrm>
            <a:off x="622300" y="844550"/>
            <a:ext cx="717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 was worried that steering looking random had to do with English and Mandarin being very different -&gt; hence try closer languages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3"/>
          <p:cNvSpPr txBox="1"/>
          <p:nvPr/>
        </p:nvSpPr>
        <p:spPr>
          <a:xfrm>
            <a:off x="968400" y="4326300"/>
            <a:ext cx="7207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Looks similar? Dutch does respond 'more' but idk this is not an in-depth investigation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Questions and directions</a:t>
            </a:r>
            <a:endParaRPr/>
          </a:p>
        </p:txBody>
      </p:sp>
      <p:sp>
        <p:nvSpPr>
          <p:cNvPr id="274" name="Google Shape;274;p44"/>
          <p:cNvSpPr txBox="1"/>
          <p:nvPr/>
        </p:nvSpPr>
        <p:spPr>
          <a:xfrm>
            <a:off x="406400" y="1117600"/>
            <a:ext cx="79692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Steering is autoregressive: activations change at each step, so the exact feature direction shifts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Hypothesis: Fixed directions (MELBO_1, PC1, mean) all point roughly right, so they average out and steer similarly despite very different single-shot perturbation behavior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Testable: does MELBO_1 still break the plateau on held-out activations? If yes, it's a globally special direction. If no, the single-shot result reflects activation-specific alignment, not a cleaner feature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not globally special, testable prediction: for same 'steering magnitude budget', many small pushes (e.g., steer at every token generation) work better than few big pushes (e.g., steer 5x as strong every 5th token)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Quick test: steer with activation shift vector (first slide); does it do something interpretable?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Meeting 10/02/2026 - Summary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Last time:</a:t>
            </a:r>
            <a:r>
              <a:rPr lang="en-GB" sz="1200"/>
              <a:t> Matching first two moments of Gaussian does not result in real-like activations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GB" sz="1200"/>
              <a:t>Up next:</a:t>
            </a:r>
            <a:r>
              <a:rPr lang="en-GB" sz="1200"/>
              <a:t> Can we optimize for vector that takes us from set of real activations to set of real-like activations, as measured by Jacobian norm distribution? </a:t>
            </a:r>
            <a:endParaRPr sz="1200"/>
          </a:p>
        </p:txBody>
      </p:sp>
      <p:pic>
        <p:nvPicPr>
          <p:cNvPr id="281" name="Google Shape;281;p45" title="frobenius_norm_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75" y="1639574"/>
            <a:ext cx="5459873" cy="26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Yes! With a caveat…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5797250" y="1152475"/>
            <a:ext cx="3035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Method: 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Minimizing Jacobian of last layer activations w.r.t. Layer 6 activations, last-token only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Fix magnitude to mean inter-activation magnitude; optimize direction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/>
              <a:t>Spot the mistake? :-) Wrong optimization target: we want real-like, _not_ smallest Jacobian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1200"/>
              <a:t>Std 34 -&gt; 7</a:t>
            </a:r>
            <a:endParaRPr sz="1200"/>
          </a:p>
        </p:txBody>
      </p:sp>
      <p:pic>
        <p:nvPicPr>
          <p:cNvPr id="288" name="Google Shape;288;p46" title="training_r6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5675"/>
            <a:ext cx="5323699" cy="133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6" title="eval_r6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325" y="2571750"/>
            <a:ext cx="4653182" cy="22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Does the resulting vector mean anything?</a:t>
            </a:r>
            <a:endParaRPr/>
          </a:p>
        </p:txBody>
      </p:sp>
      <p:sp>
        <p:nvSpPr>
          <p:cNvPr id="295" name="Google Shape;295;p47"/>
          <p:cNvSpPr txBox="1"/>
          <p:nvPr/>
        </p:nvSpPr>
        <p:spPr>
          <a:xfrm>
            <a:off x="311700" y="1076625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I'm not sure, but I don't think so. Are these even the right metrics? (This is over 100 real activations)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7" title="projection_analysi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75" y="2009350"/>
            <a:ext cx="8520598" cy="277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Does the resulting vector mean anything?</a:t>
            </a:r>
            <a:endParaRPr/>
          </a:p>
        </p:txBody>
      </p:sp>
      <p:sp>
        <p:nvSpPr>
          <p:cNvPr id="302" name="Google Shape;302;p48"/>
          <p:cNvSpPr txBox="1"/>
          <p:nvPr/>
        </p:nvSpPr>
        <p:spPr>
          <a:xfrm>
            <a:off x="311700" y="1076625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I'm not sure, but I don't think so. Some primitive steering: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425" y="1624500"/>
            <a:ext cx="64198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Next steps and questions</a:t>
            </a:r>
            <a:endParaRPr/>
          </a:p>
        </p:txBody>
      </p:sp>
      <p:sp>
        <p:nvSpPr>
          <p:cNvPr id="309" name="Google Shape;309;p49"/>
          <p:cNvSpPr txBox="1"/>
          <p:nvPr/>
        </p:nvSpPr>
        <p:spPr>
          <a:xfrm>
            <a:off x="282075" y="1100300"/>
            <a:ext cx="8375100" cy="3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Obvious next step: do the optimization with the right target :-)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Potential 2nd next step: match also std of Jacobian norm distribution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Potential nth next steps: optimize for other properties (directional?)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Q: Thoughts on methodology? Valuable to sweep for different values of magnitude?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Trivial for small (stay in plateau); perhaps impossible at some point? Idk SGD strong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Q: Is 'does this (resulting) vector mean anything the right question'? What about 'what are these activations that we find?'?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Q: How to answer the above questions?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Projections onto real activations?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Steering-like experiments and look at output?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things I haven't thought of?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